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 Language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Camera-Based Sign Language to Text and Speech Converter and Vice Versa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Deaf and mute people use sign language, but most people do not understand it.</a:t>
            </a:r>
          </a:p>
          <a:p>
            <a:r>
              <a:t>This creates a communication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AI and Computer Vision to convert gestures into text and speech.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Two-Way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also converts speech into text.</a:t>
            </a:r>
          </a:p>
          <a:p>
            <a:r>
              <a:t>Enables communication both 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→ MediaPipe → ML Model → Text → Speech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Streamlit</a:t>
            </a:r>
          </a:p>
          <a:p>
            <a:r>
              <a:t>MediaPipe</a:t>
            </a:r>
          </a:p>
          <a:p>
            <a:r>
              <a:t>Random Forest</a:t>
            </a:r>
          </a:p>
          <a:p>
            <a:r>
              <a:t>pyttsx3</a:t>
            </a:r>
          </a:p>
          <a:p>
            <a:r>
              <a:t>SpeechRecognition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detection</a:t>
            </a:r>
          </a:p>
          <a:p>
            <a:r>
              <a:t>Sentence formation</a:t>
            </a:r>
          </a:p>
          <a:p>
            <a:r>
              <a:t>Stability filter</a:t>
            </a:r>
          </a:p>
          <a:p>
            <a:r>
              <a:t>No lag</a:t>
            </a:r>
          </a:p>
          <a:p>
            <a:r>
              <a:t>Multi-mode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gesture</a:t>
            </a:r>
          </a:p>
          <a:p>
            <a:r>
              <a:t>Forms sentence</a:t>
            </a:r>
          </a:p>
          <a:p>
            <a:r>
              <a:t>Converts to speech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</a:t>
            </a:r>
          </a:p>
          <a:p>
            <a:r>
              <a:t>Schools</a:t>
            </a:r>
          </a:p>
          <a:p>
            <a:r>
              <a:t>Offices</a:t>
            </a:r>
          </a:p>
          <a:p>
            <a:r>
              <a:t>Public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communication gap</a:t>
            </a:r>
          </a:p>
          <a:p>
            <a:r>
              <a:t>Helps deaf and normal people interact easily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solution for inclusive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